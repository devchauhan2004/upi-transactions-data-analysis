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CHAUHAN" userId="175d7d75aff46778" providerId="LiveId" clId="{E8EBB6A1-CF96-4502-A047-00890C144787}"/>
    <pc:docChg chg="undo custSel addSld delSld modSld">
      <pc:chgData name="DEV CHAUHAN" userId="175d7d75aff46778" providerId="LiveId" clId="{E8EBB6A1-CF96-4502-A047-00890C144787}" dt="2026-08-27T17:33:26.759" v="205" actId="680"/>
      <pc:docMkLst>
        <pc:docMk/>
      </pc:docMkLst>
      <pc:sldChg chg="del modNotesTx">
        <pc:chgData name="DEV CHAUHAN" userId="175d7d75aff46778" providerId="LiveId" clId="{E8EBB6A1-CF96-4502-A047-00890C144787}" dt="2026-08-27T17:33:22.166" v="204" actId="47"/>
        <pc:sldMkLst>
          <pc:docMk/>
          <pc:sldMk cId="1165605194" sldId="256"/>
        </pc:sldMkLst>
      </pc:sldChg>
      <pc:sldChg chg="new">
        <pc:chgData name="DEV CHAUHAN" userId="175d7d75aff46778" providerId="LiveId" clId="{E8EBB6A1-CF96-4502-A047-00890C144787}" dt="2026-08-27T17:33:26.759" v="205" actId="680"/>
        <pc:sldMkLst>
          <pc:docMk/>
          <pc:sldMk cId="1712744092" sldId="256"/>
        </pc:sldMkLst>
      </pc:sldChg>
      <pc:sldChg chg="new del">
        <pc:chgData name="DEV CHAUHAN" userId="175d7d75aff46778" providerId="LiveId" clId="{E8EBB6A1-CF96-4502-A047-00890C144787}" dt="2026-08-27T17:33:22.123" v="203" actId="47"/>
        <pc:sldMkLst>
          <pc:docMk/>
          <pc:sldMk cId="2458494994" sldId="257"/>
        </pc:sldMkLst>
      </pc:sldChg>
      <pc:sldChg chg="new del">
        <pc:chgData name="DEV CHAUHAN" userId="175d7d75aff46778" providerId="LiveId" clId="{E8EBB6A1-CF96-4502-A047-00890C144787}" dt="2026-08-27T17:33:22.091" v="202" actId="47"/>
        <pc:sldMkLst>
          <pc:docMk/>
          <pc:sldMk cId="2301476745" sldId="258"/>
        </pc:sldMkLst>
      </pc:sldChg>
      <pc:sldChg chg="new del">
        <pc:chgData name="DEV CHAUHAN" userId="175d7d75aff46778" providerId="LiveId" clId="{E8EBB6A1-CF96-4502-A047-00890C144787}" dt="2026-08-27T17:33:22.064" v="201" actId="47"/>
        <pc:sldMkLst>
          <pc:docMk/>
          <pc:sldMk cId="1543255966" sldId="259"/>
        </pc:sldMkLst>
      </pc:sldChg>
      <pc:sldChg chg="new del">
        <pc:chgData name="DEV CHAUHAN" userId="175d7d75aff46778" providerId="LiveId" clId="{E8EBB6A1-CF96-4502-A047-00890C144787}" dt="2026-08-27T17:33:22.030" v="200" actId="47"/>
        <pc:sldMkLst>
          <pc:docMk/>
          <pc:sldMk cId="1473358213" sldId="260"/>
        </pc:sldMkLst>
      </pc:sldChg>
      <pc:sldChg chg="new del">
        <pc:chgData name="DEV CHAUHAN" userId="175d7d75aff46778" providerId="LiveId" clId="{E8EBB6A1-CF96-4502-A047-00890C144787}" dt="2026-08-27T17:33:21.998" v="199" actId="47"/>
        <pc:sldMkLst>
          <pc:docMk/>
          <pc:sldMk cId="714394511" sldId="261"/>
        </pc:sldMkLst>
      </pc:sldChg>
      <pc:sldChg chg="new del">
        <pc:chgData name="DEV CHAUHAN" userId="175d7d75aff46778" providerId="LiveId" clId="{E8EBB6A1-CF96-4502-A047-00890C144787}" dt="2026-08-27T17:33:21.968" v="198" actId="47"/>
        <pc:sldMkLst>
          <pc:docMk/>
          <pc:sldMk cId="1439361776" sldId="262"/>
        </pc:sldMkLst>
      </pc:sldChg>
      <pc:sldChg chg="new del">
        <pc:chgData name="DEV CHAUHAN" userId="175d7d75aff46778" providerId="LiveId" clId="{E8EBB6A1-CF96-4502-A047-00890C144787}" dt="2026-08-27T17:33:21.941" v="197" actId="47"/>
        <pc:sldMkLst>
          <pc:docMk/>
          <pc:sldMk cId="3181291004" sldId="263"/>
        </pc:sldMkLst>
      </pc:sldChg>
      <pc:sldChg chg="new del">
        <pc:chgData name="DEV CHAUHAN" userId="175d7d75aff46778" providerId="LiveId" clId="{E8EBB6A1-CF96-4502-A047-00890C144787}" dt="2026-08-27T17:33:21.909" v="196" actId="47"/>
        <pc:sldMkLst>
          <pc:docMk/>
          <pc:sldMk cId="2169821343" sldId="264"/>
        </pc:sldMkLst>
      </pc:sldChg>
      <pc:sldChg chg="new del">
        <pc:chgData name="DEV CHAUHAN" userId="175d7d75aff46778" providerId="LiveId" clId="{E8EBB6A1-CF96-4502-A047-00890C144787}" dt="2026-08-27T17:33:21.878" v="195" actId="47"/>
        <pc:sldMkLst>
          <pc:docMk/>
          <pc:sldMk cId="163989888" sldId="265"/>
        </pc:sldMkLst>
      </pc:sldChg>
      <pc:sldChg chg="new del">
        <pc:chgData name="DEV CHAUHAN" userId="175d7d75aff46778" providerId="LiveId" clId="{E8EBB6A1-CF96-4502-A047-00890C144787}" dt="2026-08-27T17:33:21.849" v="194" actId="47"/>
        <pc:sldMkLst>
          <pc:docMk/>
          <pc:sldMk cId="2815151731" sldId="266"/>
        </pc:sldMkLst>
      </pc:sldChg>
      <pc:sldChg chg="new del">
        <pc:chgData name="DEV CHAUHAN" userId="175d7d75aff46778" providerId="LiveId" clId="{E8EBB6A1-CF96-4502-A047-00890C144787}" dt="2026-08-27T17:33:21.816" v="193" actId="47"/>
        <pc:sldMkLst>
          <pc:docMk/>
          <pc:sldMk cId="3995645346" sldId="267"/>
        </pc:sldMkLst>
      </pc:sldChg>
      <pc:sldChg chg="new del">
        <pc:chgData name="DEV CHAUHAN" userId="175d7d75aff46778" providerId="LiveId" clId="{E8EBB6A1-CF96-4502-A047-00890C144787}" dt="2026-08-27T17:33:21.770" v="192" actId="47"/>
        <pc:sldMkLst>
          <pc:docMk/>
          <pc:sldMk cId="3951458092" sldId="268"/>
        </pc:sldMkLst>
      </pc:sldChg>
      <pc:sldChg chg="new del">
        <pc:chgData name="DEV CHAUHAN" userId="175d7d75aff46778" providerId="LiveId" clId="{E8EBB6A1-CF96-4502-A047-00890C144787}" dt="2026-08-27T17:33:21.741" v="191" actId="47"/>
        <pc:sldMkLst>
          <pc:docMk/>
          <pc:sldMk cId="1585484573" sldId="269"/>
        </pc:sldMkLst>
      </pc:sldChg>
      <pc:sldChg chg="new del">
        <pc:chgData name="DEV CHAUHAN" userId="175d7d75aff46778" providerId="LiveId" clId="{E8EBB6A1-CF96-4502-A047-00890C144787}" dt="2026-08-27T17:33:21.710" v="190" actId="47"/>
        <pc:sldMkLst>
          <pc:docMk/>
          <pc:sldMk cId="1068001847" sldId="270"/>
        </pc:sldMkLst>
      </pc:sldChg>
      <pc:sldChg chg="new del">
        <pc:chgData name="DEV CHAUHAN" userId="175d7d75aff46778" providerId="LiveId" clId="{E8EBB6A1-CF96-4502-A047-00890C144787}" dt="2026-08-27T17:33:21.679" v="189" actId="47"/>
        <pc:sldMkLst>
          <pc:docMk/>
          <pc:sldMk cId="761500474" sldId="271"/>
        </pc:sldMkLst>
      </pc:sldChg>
      <pc:sldChg chg="new del">
        <pc:chgData name="DEV CHAUHAN" userId="175d7d75aff46778" providerId="LiveId" clId="{E8EBB6A1-CF96-4502-A047-00890C144787}" dt="2026-08-27T17:33:21.650" v="188" actId="47"/>
        <pc:sldMkLst>
          <pc:docMk/>
          <pc:sldMk cId="2572833865" sldId="272"/>
        </pc:sldMkLst>
      </pc:sldChg>
      <pc:sldChg chg="new del">
        <pc:chgData name="DEV CHAUHAN" userId="175d7d75aff46778" providerId="LiveId" clId="{E8EBB6A1-CF96-4502-A047-00890C144787}" dt="2026-08-27T17:33:21.619" v="187" actId="47"/>
        <pc:sldMkLst>
          <pc:docMk/>
          <pc:sldMk cId="690611593" sldId="273"/>
        </pc:sldMkLst>
      </pc:sldChg>
      <pc:sldChg chg="new del">
        <pc:chgData name="DEV CHAUHAN" userId="175d7d75aff46778" providerId="LiveId" clId="{E8EBB6A1-CF96-4502-A047-00890C144787}" dt="2026-08-27T17:33:21.591" v="186" actId="47"/>
        <pc:sldMkLst>
          <pc:docMk/>
          <pc:sldMk cId="1958947669" sldId="274"/>
        </pc:sldMkLst>
      </pc:sldChg>
      <pc:sldChg chg="new del">
        <pc:chgData name="DEV CHAUHAN" userId="175d7d75aff46778" providerId="LiveId" clId="{E8EBB6A1-CF96-4502-A047-00890C144787}" dt="2026-08-27T17:33:21.558" v="185" actId="47"/>
        <pc:sldMkLst>
          <pc:docMk/>
          <pc:sldMk cId="4084299269" sldId="275"/>
        </pc:sldMkLst>
      </pc:sldChg>
      <pc:sldChg chg="new del">
        <pc:chgData name="DEV CHAUHAN" userId="175d7d75aff46778" providerId="LiveId" clId="{E8EBB6A1-CF96-4502-A047-00890C144787}" dt="2026-08-27T17:33:21.527" v="184" actId="47"/>
        <pc:sldMkLst>
          <pc:docMk/>
          <pc:sldMk cId="693597899" sldId="276"/>
        </pc:sldMkLst>
      </pc:sldChg>
      <pc:sldChg chg="new del">
        <pc:chgData name="DEV CHAUHAN" userId="175d7d75aff46778" providerId="LiveId" clId="{E8EBB6A1-CF96-4502-A047-00890C144787}" dt="2026-08-27T17:33:21.499" v="183" actId="47"/>
        <pc:sldMkLst>
          <pc:docMk/>
          <pc:sldMk cId="2276166311" sldId="277"/>
        </pc:sldMkLst>
      </pc:sldChg>
      <pc:sldChg chg="new del">
        <pc:chgData name="DEV CHAUHAN" userId="175d7d75aff46778" providerId="LiveId" clId="{E8EBB6A1-CF96-4502-A047-00890C144787}" dt="2026-08-27T17:33:21.470" v="182" actId="47"/>
        <pc:sldMkLst>
          <pc:docMk/>
          <pc:sldMk cId="739368790" sldId="278"/>
        </pc:sldMkLst>
      </pc:sldChg>
      <pc:sldChg chg="new del">
        <pc:chgData name="DEV CHAUHAN" userId="175d7d75aff46778" providerId="LiveId" clId="{E8EBB6A1-CF96-4502-A047-00890C144787}" dt="2026-08-27T17:33:21.442" v="181" actId="47"/>
        <pc:sldMkLst>
          <pc:docMk/>
          <pc:sldMk cId="572424617" sldId="279"/>
        </pc:sldMkLst>
      </pc:sldChg>
      <pc:sldChg chg="new del">
        <pc:chgData name="DEV CHAUHAN" userId="175d7d75aff46778" providerId="LiveId" clId="{E8EBB6A1-CF96-4502-A047-00890C144787}" dt="2026-08-27T17:33:21.407" v="180" actId="47"/>
        <pc:sldMkLst>
          <pc:docMk/>
          <pc:sldMk cId="918147410" sldId="280"/>
        </pc:sldMkLst>
      </pc:sldChg>
      <pc:sldChg chg="new del">
        <pc:chgData name="DEV CHAUHAN" userId="175d7d75aff46778" providerId="LiveId" clId="{E8EBB6A1-CF96-4502-A047-00890C144787}" dt="2026-08-27T17:33:21.379" v="179" actId="47"/>
        <pc:sldMkLst>
          <pc:docMk/>
          <pc:sldMk cId="2651566918" sldId="281"/>
        </pc:sldMkLst>
      </pc:sldChg>
      <pc:sldChg chg="new del">
        <pc:chgData name="DEV CHAUHAN" userId="175d7d75aff46778" providerId="LiveId" clId="{E8EBB6A1-CF96-4502-A047-00890C144787}" dt="2026-08-27T17:33:21.345" v="178" actId="47"/>
        <pc:sldMkLst>
          <pc:docMk/>
          <pc:sldMk cId="3028121735" sldId="282"/>
        </pc:sldMkLst>
      </pc:sldChg>
      <pc:sldChg chg="new del">
        <pc:chgData name="DEV CHAUHAN" userId="175d7d75aff46778" providerId="LiveId" clId="{E8EBB6A1-CF96-4502-A047-00890C144787}" dt="2026-08-27T17:33:21.316" v="177" actId="47"/>
        <pc:sldMkLst>
          <pc:docMk/>
          <pc:sldMk cId="4159008302" sldId="283"/>
        </pc:sldMkLst>
      </pc:sldChg>
      <pc:sldChg chg="new del">
        <pc:chgData name="DEV CHAUHAN" userId="175d7d75aff46778" providerId="LiveId" clId="{E8EBB6A1-CF96-4502-A047-00890C144787}" dt="2026-08-27T17:33:21.288" v="176" actId="47"/>
        <pc:sldMkLst>
          <pc:docMk/>
          <pc:sldMk cId="2601638877" sldId="284"/>
        </pc:sldMkLst>
      </pc:sldChg>
      <pc:sldChg chg="new del">
        <pc:chgData name="DEV CHAUHAN" userId="175d7d75aff46778" providerId="LiveId" clId="{E8EBB6A1-CF96-4502-A047-00890C144787}" dt="2026-08-27T17:33:21.246" v="175" actId="47"/>
        <pc:sldMkLst>
          <pc:docMk/>
          <pc:sldMk cId="1559734195" sldId="285"/>
        </pc:sldMkLst>
      </pc:sldChg>
      <pc:sldChg chg="new del">
        <pc:chgData name="DEV CHAUHAN" userId="175d7d75aff46778" providerId="LiveId" clId="{E8EBB6A1-CF96-4502-A047-00890C144787}" dt="2026-08-27T17:33:21.210" v="174" actId="47"/>
        <pc:sldMkLst>
          <pc:docMk/>
          <pc:sldMk cId="686544340" sldId="286"/>
        </pc:sldMkLst>
      </pc:sldChg>
      <pc:sldChg chg="new del">
        <pc:chgData name="DEV CHAUHAN" userId="175d7d75aff46778" providerId="LiveId" clId="{E8EBB6A1-CF96-4502-A047-00890C144787}" dt="2026-08-27T17:33:21.177" v="173" actId="47"/>
        <pc:sldMkLst>
          <pc:docMk/>
          <pc:sldMk cId="752373380" sldId="287"/>
        </pc:sldMkLst>
      </pc:sldChg>
      <pc:sldChg chg="new del">
        <pc:chgData name="DEV CHAUHAN" userId="175d7d75aff46778" providerId="LiveId" clId="{E8EBB6A1-CF96-4502-A047-00890C144787}" dt="2026-08-27T17:33:21.147" v="172" actId="47"/>
        <pc:sldMkLst>
          <pc:docMk/>
          <pc:sldMk cId="2127027896" sldId="288"/>
        </pc:sldMkLst>
      </pc:sldChg>
      <pc:sldChg chg="new del">
        <pc:chgData name="DEV CHAUHAN" userId="175d7d75aff46778" providerId="LiveId" clId="{E8EBB6A1-CF96-4502-A047-00890C144787}" dt="2026-08-27T17:33:21.118" v="171" actId="47"/>
        <pc:sldMkLst>
          <pc:docMk/>
          <pc:sldMk cId="2392872635" sldId="289"/>
        </pc:sldMkLst>
      </pc:sldChg>
      <pc:sldChg chg="new del">
        <pc:chgData name="DEV CHAUHAN" userId="175d7d75aff46778" providerId="LiveId" clId="{E8EBB6A1-CF96-4502-A047-00890C144787}" dt="2026-08-27T17:33:21.087" v="170" actId="47"/>
        <pc:sldMkLst>
          <pc:docMk/>
          <pc:sldMk cId="4061143128" sldId="290"/>
        </pc:sldMkLst>
      </pc:sldChg>
      <pc:sldChg chg="new del">
        <pc:chgData name="DEV CHAUHAN" userId="175d7d75aff46778" providerId="LiveId" clId="{E8EBB6A1-CF96-4502-A047-00890C144787}" dt="2026-08-27T17:33:21.066" v="169" actId="47"/>
        <pc:sldMkLst>
          <pc:docMk/>
          <pc:sldMk cId="2179141539" sldId="291"/>
        </pc:sldMkLst>
      </pc:sldChg>
      <pc:sldChg chg="new del">
        <pc:chgData name="DEV CHAUHAN" userId="175d7d75aff46778" providerId="LiveId" clId="{E8EBB6A1-CF96-4502-A047-00890C144787}" dt="2026-08-27T17:33:21.025" v="168" actId="47"/>
        <pc:sldMkLst>
          <pc:docMk/>
          <pc:sldMk cId="1384372712" sldId="292"/>
        </pc:sldMkLst>
      </pc:sldChg>
      <pc:sldChg chg="new del">
        <pc:chgData name="DEV CHAUHAN" userId="175d7d75aff46778" providerId="LiveId" clId="{E8EBB6A1-CF96-4502-A047-00890C144787}" dt="2026-08-27T17:33:20.992" v="167" actId="47"/>
        <pc:sldMkLst>
          <pc:docMk/>
          <pc:sldMk cId="3342256075" sldId="293"/>
        </pc:sldMkLst>
      </pc:sldChg>
      <pc:sldChg chg="new del">
        <pc:chgData name="DEV CHAUHAN" userId="175d7d75aff46778" providerId="LiveId" clId="{E8EBB6A1-CF96-4502-A047-00890C144787}" dt="2026-08-27T17:33:20.962" v="166" actId="47"/>
        <pc:sldMkLst>
          <pc:docMk/>
          <pc:sldMk cId="567928139" sldId="294"/>
        </pc:sldMkLst>
      </pc:sldChg>
      <pc:sldChg chg="new del">
        <pc:chgData name="DEV CHAUHAN" userId="175d7d75aff46778" providerId="LiveId" clId="{E8EBB6A1-CF96-4502-A047-00890C144787}" dt="2026-08-27T17:33:20.934" v="165" actId="47"/>
        <pc:sldMkLst>
          <pc:docMk/>
          <pc:sldMk cId="4230322578" sldId="295"/>
        </pc:sldMkLst>
      </pc:sldChg>
      <pc:sldChg chg="new del">
        <pc:chgData name="DEV CHAUHAN" userId="175d7d75aff46778" providerId="LiveId" clId="{E8EBB6A1-CF96-4502-A047-00890C144787}" dt="2026-08-27T17:33:20.905" v="164" actId="47"/>
        <pc:sldMkLst>
          <pc:docMk/>
          <pc:sldMk cId="934671315" sldId="296"/>
        </pc:sldMkLst>
      </pc:sldChg>
      <pc:sldChg chg="new del">
        <pc:chgData name="DEV CHAUHAN" userId="175d7d75aff46778" providerId="LiveId" clId="{E8EBB6A1-CF96-4502-A047-00890C144787}" dt="2026-08-27T17:33:20.873" v="163" actId="47"/>
        <pc:sldMkLst>
          <pc:docMk/>
          <pc:sldMk cId="722855925" sldId="297"/>
        </pc:sldMkLst>
      </pc:sldChg>
      <pc:sldChg chg="new del">
        <pc:chgData name="DEV CHAUHAN" userId="175d7d75aff46778" providerId="LiveId" clId="{E8EBB6A1-CF96-4502-A047-00890C144787}" dt="2026-08-27T17:33:20.844" v="162" actId="47"/>
        <pc:sldMkLst>
          <pc:docMk/>
          <pc:sldMk cId="975255058" sldId="298"/>
        </pc:sldMkLst>
      </pc:sldChg>
      <pc:sldChg chg="new del">
        <pc:chgData name="DEV CHAUHAN" userId="175d7d75aff46778" providerId="LiveId" clId="{E8EBB6A1-CF96-4502-A047-00890C144787}" dt="2026-08-27T17:33:20.815" v="161" actId="47"/>
        <pc:sldMkLst>
          <pc:docMk/>
          <pc:sldMk cId="302452177" sldId="299"/>
        </pc:sldMkLst>
      </pc:sldChg>
      <pc:sldChg chg="new del">
        <pc:chgData name="DEV CHAUHAN" userId="175d7d75aff46778" providerId="LiveId" clId="{E8EBB6A1-CF96-4502-A047-00890C144787}" dt="2026-08-27T17:33:20.780" v="160" actId="47"/>
        <pc:sldMkLst>
          <pc:docMk/>
          <pc:sldMk cId="761754484" sldId="300"/>
        </pc:sldMkLst>
      </pc:sldChg>
      <pc:sldChg chg="new del">
        <pc:chgData name="DEV CHAUHAN" userId="175d7d75aff46778" providerId="LiveId" clId="{E8EBB6A1-CF96-4502-A047-00890C144787}" dt="2026-08-27T17:33:20.741" v="159" actId="47"/>
        <pc:sldMkLst>
          <pc:docMk/>
          <pc:sldMk cId="1796013149" sldId="301"/>
        </pc:sldMkLst>
      </pc:sldChg>
      <pc:sldChg chg="new del">
        <pc:chgData name="DEV CHAUHAN" userId="175d7d75aff46778" providerId="LiveId" clId="{E8EBB6A1-CF96-4502-A047-00890C144787}" dt="2026-08-27T17:33:20.706" v="158" actId="47"/>
        <pc:sldMkLst>
          <pc:docMk/>
          <pc:sldMk cId="1061193105" sldId="302"/>
        </pc:sldMkLst>
      </pc:sldChg>
      <pc:sldChg chg="new del">
        <pc:chgData name="DEV CHAUHAN" userId="175d7d75aff46778" providerId="LiveId" clId="{E8EBB6A1-CF96-4502-A047-00890C144787}" dt="2026-08-27T17:33:20.673" v="157" actId="47"/>
        <pc:sldMkLst>
          <pc:docMk/>
          <pc:sldMk cId="1823294230" sldId="303"/>
        </pc:sldMkLst>
      </pc:sldChg>
      <pc:sldChg chg="new del">
        <pc:chgData name="DEV CHAUHAN" userId="175d7d75aff46778" providerId="LiveId" clId="{E8EBB6A1-CF96-4502-A047-00890C144787}" dt="2026-08-27T17:33:20.641" v="156" actId="47"/>
        <pc:sldMkLst>
          <pc:docMk/>
          <pc:sldMk cId="1372542350" sldId="304"/>
        </pc:sldMkLst>
      </pc:sldChg>
      <pc:sldChg chg="new del">
        <pc:chgData name="DEV CHAUHAN" userId="175d7d75aff46778" providerId="LiveId" clId="{E8EBB6A1-CF96-4502-A047-00890C144787}" dt="2026-08-27T17:33:20.611" v="155" actId="47"/>
        <pc:sldMkLst>
          <pc:docMk/>
          <pc:sldMk cId="3670616951" sldId="305"/>
        </pc:sldMkLst>
      </pc:sldChg>
      <pc:sldChg chg="new del">
        <pc:chgData name="DEV CHAUHAN" userId="175d7d75aff46778" providerId="LiveId" clId="{E8EBB6A1-CF96-4502-A047-00890C144787}" dt="2026-08-27T17:33:20.580" v="154" actId="47"/>
        <pc:sldMkLst>
          <pc:docMk/>
          <pc:sldMk cId="4050020589" sldId="306"/>
        </pc:sldMkLst>
      </pc:sldChg>
      <pc:sldChg chg="new del">
        <pc:chgData name="DEV CHAUHAN" userId="175d7d75aff46778" providerId="LiveId" clId="{E8EBB6A1-CF96-4502-A047-00890C144787}" dt="2026-08-27T17:33:20.551" v="153" actId="47"/>
        <pc:sldMkLst>
          <pc:docMk/>
          <pc:sldMk cId="1675949582" sldId="307"/>
        </pc:sldMkLst>
      </pc:sldChg>
      <pc:sldChg chg="new del">
        <pc:chgData name="DEV CHAUHAN" userId="175d7d75aff46778" providerId="LiveId" clId="{E8EBB6A1-CF96-4502-A047-00890C144787}" dt="2026-08-27T17:33:20.522" v="152" actId="47"/>
        <pc:sldMkLst>
          <pc:docMk/>
          <pc:sldMk cId="579779490" sldId="308"/>
        </pc:sldMkLst>
      </pc:sldChg>
      <pc:sldChg chg="new del">
        <pc:chgData name="DEV CHAUHAN" userId="175d7d75aff46778" providerId="LiveId" clId="{E8EBB6A1-CF96-4502-A047-00890C144787}" dt="2026-08-27T17:33:20.489" v="151" actId="47"/>
        <pc:sldMkLst>
          <pc:docMk/>
          <pc:sldMk cId="3267354157" sldId="309"/>
        </pc:sldMkLst>
      </pc:sldChg>
      <pc:sldChg chg="new del">
        <pc:chgData name="DEV CHAUHAN" userId="175d7d75aff46778" providerId="LiveId" clId="{E8EBB6A1-CF96-4502-A047-00890C144787}" dt="2026-08-27T17:33:20.460" v="150" actId="47"/>
        <pc:sldMkLst>
          <pc:docMk/>
          <pc:sldMk cId="1233120444" sldId="310"/>
        </pc:sldMkLst>
      </pc:sldChg>
      <pc:sldChg chg="new del">
        <pc:chgData name="DEV CHAUHAN" userId="175d7d75aff46778" providerId="LiveId" clId="{E8EBB6A1-CF96-4502-A047-00890C144787}" dt="2026-08-27T17:33:19.942" v="149" actId="47"/>
        <pc:sldMkLst>
          <pc:docMk/>
          <pc:sldMk cId="2437325358" sldId="311"/>
        </pc:sldMkLst>
      </pc:sldChg>
      <pc:sldChg chg="new del">
        <pc:chgData name="DEV CHAUHAN" userId="175d7d75aff46778" providerId="LiveId" clId="{E8EBB6A1-CF96-4502-A047-00890C144787}" dt="2026-08-27T17:33:19.815" v="148" actId="47"/>
        <pc:sldMkLst>
          <pc:docMk/>
          <pc:sldMk cId="1778305751" sldId="312"/>
        </pc:sldMkLst>
      </pc:sldChg>
      <pc:sldChg chg="new del">
        <pc:chgData name="DEV CHAUHAN" userId="175d7d75aff46778" providerId="LiveId" clId="{E8EBB6A1-CF96-4502-A047-00890C144787}" dt="2026-08-27T17:33:19.595" v="147" actId="47"/>
        <pc:sldMkLst>
          <pc:docMk/>
          <pc:sldMk cId="121572910" sldId="313"/>
        </pc:sldMkLst>
      </pc:sldChg>
      <pc:sldChg chg="new del">
        <pc:chgData name="DEV CHAUHAN" userId="175d7d75aff46778" providerId="LiveId" clId="{E8EBB6A1-CF96-4502-A047-00890C144787}" dt="2026-08-27T17:33:19.119" v="146" actId="47"/>
        <pc:sldMkLst>
          <pc:docMk/>
          <pc:sldMk cId="3492227015" sldId="314"/>
        </pc:sldMkLst>
      </pc:sldChg>
      <pc:sldChg chg="new del">
        <pc:chgData name="DEV CHAUHAN" userId="175d7d75aff46778" providerId="LiveId" clId="{E8EBB6A1-CF96-4502-A047-00890C144787}" dt="2026-08-27T17:33:09.637" v="145" actId="680"/>
        <pc:sldMkLst>
          <pc:docMk/>
          <pc:sldMk cId="2968890439" sldId="315"/>
        </pc:sldMkLst>
      </pc:sldChg>
      <pc:sldChg chg="new del">
        <pc:chgData name="DEV CHAUHAN" userId="175d7d75aff46778" providerId="LiveId" clId="{E8EBB6A1-CF96-4502-A047-00890C144787}" dt="2026-08-27T17:33:09.607" v="144" actId="680"/>
        <pc:sldMkLst>
          <pc:docMk/>
          <pc:sldMk cId="3131774242" sldId="316"/>
        </pc:sldMkLst>
      </pc:sldChg>
      <pc:sldChg chg="new del">
        <pc:chgData name="DEV CHAUHAN" userId="175d7d75aff46778" providerId="LiveId" clId="{E8EBB6A1-CF96-4502-A047-00890C144787}" dt="2026-08-27T17:33:09.577" v="143" actId="680"/>
        <pc:sldMkLst>
          <pc:docMk/>
          <pc:sldMk cId="3161650998" sldId="317"/>
        </pc:sldMkLst>
      </pc:sldChg>
      <pc:sldChg chg="new del">
        <pc:chgData name="DEV CHAUHAN" userId="175d7d75aff46778" providerId="LiveId" clId="{E8EBB6A1-CF96-4502-A047-00890C144787}" dt="2026-08-27T17:33:09.547" v="142" actId="680"/>
        <pc:sldMkLst>
          <pc:docMk/>
          <pc:sldMk cId="95152137" sldId="318"/>
        </pc:sldMkLst>
      </pc:sldChg>
      <pc:sldChg chg="new del">
        <pc:chgData name="DEV CHAUHAN" userId="175d7d75aff46778" providerId="LiveId" clId="{E8EBB6A1-CF96-4502-A047-00890C144787}" dt="2026-08-27T17:33:09.517" v="141" actId="680"/>
        <pc:sldMkLst>
          <pc:docMk/>
          <pc:sldMk cId="61407461" sldId="319"/>
        </pc:sldMkLst>
      </pc:sldChg>
      <pc:sldChg chg="new del">
        <pc:chgData name="DEV CHAUHAN" userId="175d7d75aff46778" providerId="LiveId" clId="{E8EBB6A1-CF96-4502-A047-00890C144787}" dt="2026-08-27T17:33:09.486" v="140" actId="680"/>
        <pc:sldMkLst>
          <pc:docMk/>
          <pc:sldMk cId="1483327017" sldId="320"/>
        </pc:sldMkLst>
      </pc:sldChg>
      <pc:sldChg chg="new del">
        <pc:chgData name="DEV CHAUHAN" userId="175d7d75aff46778" providerId="LiveId" clId="{E8EBB6A1-CF96-4502-A047-00890C144787}" dt="2026-08-27T17:33:09.456" v="139" actId="680"/>
        <pc:sldMkLst>
          <pc:docMk/>
          <pc:sldMk cId="4107121806" sldId="321"/>
        </pc:sldMkLst>
      </pc:sldChg>
      <pc:sldChg chg="new del">
        <pc:chgData name="DEV CHAUHAN" userId="175d7d75aff46778" providerId="LiveId" clId="{E8EBB6A1-CF96-4502-A047-00890C144787}" dt="2026-08-27T17:33:09.423" v="138" actId="680"/>
        <pc:sldMkLst>
          <pc:docMk/>
          <pc:sldMk cId="736350399" sldId="322"/>
        </pc:sldMkLst>
      </pc:sldChg>
      <pc:sldChg chg="new del">
        <pc:chgData name="DEV CHAUHAN" userId="175d7d75aff46778" providerId="LiveId" clId="{E8EBB6A1-CF96-4502-A047-00890C144787}" dt="2026-08-27T17:33:09.391" v="137" actId="680"/>
        <pc:sldMkLst>
          <pc:docMk/>
          <pc:sldMk cId="584224896" sldId="323"/>
        </pc:sldMkLst>
      </pc:sldChg>
      <pc:sldChg chg="new del">
        <pc:chgData name="DEV CHAUHAN" userId="175d7d75aff46778" providerId="LiveId" clId="{E8EBB6A1-CF96-4502-A047-00890C144787}" dt="2026-08-27T17:33:09.363" v="136" actId="680"/>
        <pc:sldMkLst>
          <pc:docMk/>
          <pc:sldMk cId="2230051408" sldId="324"/>
        </pc:sldMkLst>
      </pc:sldChg>
      <pc:sldChg chg="new del">
        <pc:chgData name="DEV CHAUHAN" userId="175d7d75aff46778" providerId="LiveId" clId="{E8EBB6A1-CF96-4502-A047-00890C144787}" dt="2026-08-27T17:33:09.333" v="135" actId="680"/>
        <pc:sldMkLst>
          <pc:docMk/>
          <pc:sldMk cId="272294348" sldId="325"/>
        </pc:sldMkLst>
      </pc:sldChg>
      <pc:sldChg chg="new del">
        <pc:chgData name="DEV CHAUHAN" userId="175d7d75aff46778" providerId="LiveId" clId="{E8EBB6A1-CF96-4502-A047-00890C144787}" dt="2026-08-27T17:33:09.303" v="134" actId="680"/>
        <pc:sldMkLst>
          <pc:docMk/>
          <pc:sldMk cId="821737577" sldId="326"/>
        </pc:sldMkLst>
      </pc:sldChg>
      <pc:sldChg chg="new del">
        <pc:chgData name="DEV CHAUHAN" userId="175d7d75aff46778" providerId="LiveId" clId="{E8EBB6A1-CF96-4502-A047-00890C144787}" dt="2026-08-27T17:33:09.282" v="133" actId="680"/>
        <pc:sldMkLst>
          <pc:docMk/>
          <pc:sldMk cId="1829711415" sldId="327"/>
        </pc:sldMkLst>
      </pc:sldChg>
      <pc:sldChg chg="new del">
        <pc:chgData name="DEV CHAUHAN" userId="175d7d75aff46778" providerId="LiveId" clId="{E8EBB6A1-CF96-4502-A047-00890C144787}" dt="2026-08-27T17:33:09.228" v="132" actId="680"/>
        <pc:sldMkLst>
          <pc:docMk/>
          <pc:sldMk cId="3902013485" sldId="328"/>
        </pc:sldMkLst>
      </pc:sldChg>
      <pc:sldChg chg="new del">
        <pc:chgData name="DEV CHAUHAN" userId="175d7d75aff46778" providerId="LiveId" clId="{E8EBB6A1-CF96-4502-A047-00890C144787}" dt="2026-08-27T17:33:09.199" v="131" actId="680"/>
        <pc:sldMkLst>
          <pc:docMk/>
          <pc:sldMk cId="1854390597" sldId="329"/>
        </pc:sldMkLst>
      </pc:sldChg>
      <pc:sldChg chg="new del">
        <pc:chgData name="DEV CHAUHAN" userId="175d7d75aff46778" providerId="LiveId" clId="{E8EBB6A1-CF96-4502-A047-00890C144787}" dt="2026-08-27T17:33:09.169" v="130" actId="680"/>
        <pc:sldMkLst>
          <pc:docMk/>
          <pc:sldMk cId="4023669275" sldId="330"/>
        </pc:sldMkLst>
      </pc:sldChg>
      <pc:sldChg chg="new del">
        <pc:chgData name="DEV CHAUHAN" userId="175d7d75aff46778" providerId="LiveId" clId="{E8EBB6A1-CF96-4502-A047-00890C144787}" dt="2026-08-27T17:33:09.137" v="129" actId="680"/>
        <pc:sldMkLst>
          <pc:docMk/>
          <pc:sldMk cId="3117065733" sldId="331"/>
        </pc:sldMkLst>
      </pc:sldChg>
      <pc:sldChg chg="new del">
        <pc:chgData name="DEV CHAUHAN" userId="175d7d75aff46778" providerId="LiveId" clId="{E8EBB6A1-CF96-4502-A047-00890C144787}" dt="2026-08-27T17:33:09.110" v="128" actId="680"/>
        <pc:sldMkLst>
          <pc:docMk/>
          <pc:sldMk cId="81040253" sldId="332"/>
        </pc:sldMkLst>
      </pc:sldChg>
      <pc:sldChg chg="new del">
        <pc:chgData name="DEV CHAUHAN" userId="175d7d75aff46778" providerId="LiveId" clId="{E8EBB6A1-CF96-4502-A047-00890C144787}" dt="2026-08-27T17:33:08.584" v="127" actId="680"/>
        <pc:sldMkLst>
          <pc:docMk/>
          <pc:sldMk cId="3279255160" sldId="333"/>
        </pc:sldMkLst>
      </pc:sldChg>
      <pc:sldChg chg="new del">
        <pc:chgData name="DEV CHAUHAN" userId="175d7d75aff46778" providerId="LiveId" clId="{E8EBB6A1-CF96-4502-A047-00890C144787}" dt="2026-08-27T17:33:08.192" v="126" actId="680"/>
        <pc:sldMkLst>
          <pc:docMk/>
          <pc:sldMk cId="147964944" sldId="3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509AA-585D-4883-890B-153697A124E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EE7CA-288F-4292-B48E-8A7E4487A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4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8812-8845-D013-760B-384C62DAA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406BB-8766-6D3A-650C-39927151F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B00A8-4DE4-74BB-1F99-4F917BC8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70990-8900-5253-764D-13F6916B9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FE8C8-1299-1BFE-AA05-79EE8AFD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01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656A-53AC-FE42-E358-428C78CAD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EB19-9BA3-99AF-F668-5361DB31B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97079-5A83-CB25-86A1-73B99A76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CD744-4BEB-9029-DEDD-757C2E1C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6C7B9-13FC-8DD8-4C24-07B2E909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390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1B306-18A0-73C6-E071-6602DB33A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BC269-A9BE-37EE-64DF-563707F25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6ED43-A2FD-10EE-E482-78937123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EDE41-4247-E512-293C-6D7BECD1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A98F3-EB84-B7CC-6978-321B241AE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1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8738-F61E-8358-DA09-778103D3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766E-DCA4-0C7E-401B-CD562D8EF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A086A-2ACB-F06C-44FC-8183523EC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70A8B-2FE0-03F2-A691-32ECA1D2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50D12-2857-961C-2515-C2ABB2A2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8813BE-4468-F3A8-3621-105B7D2D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6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9AC5F-6BD5-E283-DCD3-A49E4067C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BD590-D834-D79D-ABE7-11B869ADD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958DB-BB0D-0446-AFCD-58BAC3E6F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E15D0-DEC3-FE28-78E7-875B4196B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3BE4E-0FA0-0621-BBB5-B290D3BBA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F75E7-3A9C-CBB8-E685-3DABADEC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21A40-ABE1-60AE-2F30-3866367E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C80E2E-FEFC-F47E-090D-8327A4A30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04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A13A-40FF-B31B-3FD5-7C09F0DD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8A1C0-290C-005B-2054-3B717CE3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041B1-99B4-3FAE-9832-5A733358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93C37-C64B-6D94-8F11-6BC33FAE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8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6088A-FECF-43F9-21B4-EEE60C86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3E041-6E36-6726-2C8B-E6D302103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AC3F4-F74E-1414-BD83-994C45F0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95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32DA-880A-0637-5C50-E0E5E1118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84FD4-5ACA-6B6C-519D-9021DD727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66092F-3E73-9677-1F2B-BAEB65EAF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7224A-E433-57C7-B008-59A84E09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3928F-8F0F-0FB6-2473-4642E2AAC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6D9AA-7EEA-9E0D-D65F-0B07762D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785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0392-0F79-A692-A800-A01E90F0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15176-804F-E48B-28DB-03081ADBB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EAF5C-6EE9-2BDF-F80B-F44C6B367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161AC-9AC7-4CA8-519C-97B19504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2CA56-E567-9DC1-6235-C9449D70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3FE5C-EA83-731F-E427-5AFA30F8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140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2338-0D14-2BE8-873F-C414CE9A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22498-2248-1715-4277-0CB7167D1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2F2A0-6809-7C68-8078-F0969CF90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A25B1-28E9-FF10-D598-40D47D45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AA20-9934-2FD4-8BFF-D4C7FF83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0A203-3A41-362D-43A0-DFDDCA65B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1BDD3-13D4-8F75-08BD-ECFE4C0BC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BF333-8A0C-95E8-2283-215163FF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AEC45-2302-9C5D-7C15-8010FF0C7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56847-7C7D-02AB-08C2-60687D2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69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0BBC2-AF36-3416-4204-9D06D2A0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C936D-908C-3CB3-FF75-9C597C1FC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BF2C3-72C5-D75F-A967-7F835ABDD7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71304-384A-48AB-A834-41FF315E3F24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BDF53-7E08-7019-DD25-8E112F0FA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975C-7829-949D-0DCB-457001DB6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AB1BD-0D86-44C0-ABA5-759F894B7C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68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3710-1A3E-13F5-A1AB-B545B7EB25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701A6-DC91-7CC4-F7AF-E1189DF445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44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Kishan DNG Data</dc:creator>
  <cp:lastModifiedBy>DEV CHAUHAN</cp:lastModifiedBy>
  <cp:revision>1</cp:revision>
  <dcterms:created xsi:type="dcterms:W3CDTF">2024-08-05T19:11:30Z</dcterms:created>
  <dcterms:modified xsi:type="dcterms:W3CDTF">2026-08-27T17:33:31Z</dcterms:modified>
</cp:coreProperties>
</file>